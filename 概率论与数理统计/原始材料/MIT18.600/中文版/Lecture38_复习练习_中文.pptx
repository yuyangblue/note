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  <a:latin typeface="Microsoft YaHei"/>
              </a:rPr>
              <a:t>18.600 第 38 讲：复习 · 练习题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0B5CAB"/>
                </a:solidFill>
                <a:latin typeface="Microsoft YaHei"/>
              </a:rPr>
              <a:t>Scott Sheffield · MIT · 中文翻译版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50876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1000"/>
              </a:spcAft>
            </a:pPr>
            <a:r>
              <a:rPr sz="1700">
                <a:solidFill>
                  <a:srgbClr val="404040"/>
                </a:solidFill>
                <a:latin typeface="Microsoft YaHei"/>
              </a:rPr>
              <a:t>（Review: practice problems）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09090"/>
                </a:solidFill>
                <a:latin typeface="Microsoft YaHei"/>
              </a:rPr>
              <a:t>18.600 Lecture 38（中文版） · 第 1 页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  <a:latin typeface="Microsoft YaHei"/>
              </a:rPr>
              <a:t>次序统计量（Order statistics）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  <a:latin typeface="Microsoft YaHei"/>
              </a:rPr>
              <a:t>▶ 设 X 为 [−1, 1] 上服从均匀分布的随机变量。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09090"/>
                </a:solidFill>
                <a:latin typeface="Microsoft YaHei"/>
              </a:rPr>
              <a:t>18.600 Lecture 38（中文版） · 第 2 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  <a:latin typeface="Microsoft YaHei"/>
              </a:rPr>
              <a:t>次序统计量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  <a:latin typeface="Microsoft YaHei"/>
              </a:rPr>
              <a:t>▶ 设 X 为 [−1, 1] 上服从均匀分布的随机变量。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  <a:latin typeface="Microsoft YaHei"/>
              </a:rPr>
              <a:t>▶ 计算 X² 的方差。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09090"/>
                </a:solidFill>
                <a:latin typeface="Microsoft YaHei"/>
              </a:rPr>
              <a:t>18.600 Lecture 38（中文版） · 第 3 页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  <a:latin typeface="Microsoft YaHei"/>
              </a:rPr>
              <a:t>次序统计量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  <a:latin typeface="Microsoft YaHei"/>
              </a:rPr>
              <a:t>▶ 设 X 为 [−1, 1] 上服从均匀分布的随机变量。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  <a:latin typeface="Microsoft YaHei"/>
              </a:rPr>
              <a:t>▶ 计算 X² 的方差。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  <a:latin typeface="Microsoft YaHei"/>
              </a:rPr>
              <a:t>▶ 若 X₁, …, Xₙ 是 X 的独立副本，求其中最小者 min Xᵢ 的概率密度函数。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09090"/>
                </a:solidFill>
                <a:latin typeface="Microsoft YaHei"/>
              </a:rPr>
              <a:t>18.600 Lecture 38（中文版） · 第 4 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  <a:latin typeface="Microsoft YaHei"/>
              </a:rPr>
              <a:t>次序统计量 —— 解答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  <a:latin typeface="Microsoft YaHei"/>
              </a:rPr>
              <a:t>▶ Var[X²] = E[X⁴] − (E[X²])²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404040"/>
                </a:solidFill>
                <a:latin typeface="Microsoft YaHei"/>
              </a:rPr>
              <a:t>= ∫₋₁¹ ½x⁴ dx − (∫₋₁¹ ½x² dx)² = 1/5 − 1/9 = 4/45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09090"/>
                </a:solidFill>
                <a:latin typeface="Microsoft YaHei"/>
              </a:rPr>
              <a:t>18.600 Lecture 38（中文版） · 第 5 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  <a:latin typeface="Microsoft YaHei"/>
              </a:rPr>
              <a:t>次序统计量 —— 解答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  <a:latin typeface="Microsoft YaHei"/>
              </a:rPr>
              <a:t>▶ Var[X²] = E[X⁴] − (E[X²])² = ∫₋₁¹ ½x⁴ dx − (∫₋₁¹ ½x² dx)² = 1/5 − 1/9 = 4/45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  <a:latin typeface="Microsoft YaHei"/>
              </a:rPr>
              <a:t>▶ 注意：对 x ∈ [−1, 1]，有 P{X &gt; x} = ∫ₓ¹ ½ dx = (1 − x)/2。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  <a:latin typeface="Microsoft YaHei"/>
              </a:rPr>
              <a:t>▶ 若 x ∈ [−1, 1]，则 P{min{X₁, …, Xₙ} &gt; x} = P{X₁ &gt; x, X₂ &gt; x, …, Xₙ &gt; x} = ((1 − x)/2)ⁿ。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  <a:latin typeface="Microsoft YaHei"/>
              </a:rPr>
              <a:t>▶ 因此密度函数为 −∂/∂x ((1 − x)/2)ⁿ = n/2 · ((1 − x)/2)ⁿ⁻¹。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09090"/>
                </a:solidFill>
                <a:latin typeface="Microsoft YaHei"/>
              </a:rPr>
              <a:t>18.600 Lecture 38（中文版） · 第 6 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  <a:latin typeface="Microsoft YaHei"/>
              </a:rPr>
              <a:t>矩生成函数（Moment generating functions）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  <a:latin typeface="Microsoft YaHei"/>
              </a:rPr>
              <a:t>▶ 设 Xᵢ 为随机变量 X 的独立副本，M_X(t) 为 X 的矩生成函数。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  <a:latin typeface="Microsoft YaHei"/>
              </a:rPr>
              <a:t>▶ 用 M_X(t) 与 n 表示平均值 Σᵢ₌₁ⁿ Xᵢ / n 的矩生成函数。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09090"/>
                </a:solidFill>
                <a:latin typeface="Microsoft YaHei"/>
              </a:rPr>
              <a:t>18.600 Lecture 38（中文版） · 第 7 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  <a:latin typeface="Microsoft YaHei"/>
              </a:rPr>
              <a:t>矩生成函数 —— 解答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  <a:latin typeface="Microsoft YaHei"/>
              </a:rPr>
              <a:t>▶ 记 Y = Σᵢ₌₁ⁿ Xᵢ / n，则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404040"/>
                </a:solidFill>
                <a:latin typeface="Microsoft YaHei"/>
              </a:rPr>
              <a:t>M_Y(t) = E[e^{tY}] = E[e^{t·Σᵢ₌₁ⁿ Xᵢ/n}] = (M_X(t/n))ⁿ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09090"/>
                </a:solidFill>
                <a:latin typeface="Microsoft YaHei"/>
              </a:rPr>
              <a:t>18.600 Lecture 38（中文版） · 第 8 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  <a:latin typeface="Microsoft YaHei"/>
              </a:rPr>
              <a:t>熵（Entropy）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  <a:latin typeface="Microsoft YaHei"/>
              </a:rPr>
              <a:t>▶ 设 X、Y 为独立随机变量，各以概率 1/3 取值 1，以概率 2/3 取值 2。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  <a:latin typeface="Microsoft YaHei"/>
              </a:rPr>
              <a:t>▶ 计算熵 H(X)。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09090"/>
                </a:solidFill>
                <a:latin typeface="Microsoft YaHei"/>
              </a:rPr>
              <a:t>18.600 Lecture 38（中文版） · 第 9 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  <a:latin typeface="Microsoft YaHei"/>
              </a:rPr>
              <a:t>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  <a:latin typeface="Microsoft YaHei"/>
              </a:rPr>
              <a:t>▶ 设 X、Y 为独立随机变量，各以概率 1/3 取值 1，以概率 2/3 取值 2。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  <a:latin typeface="Microsoft YaHei"/>
              </a:rPr>
              <a:t>▶ 计算熵 H(X)。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  <a:latin typeface="Microsoft YaHei"/>
              </a:rPr>
              <a:t>▶ 计算 H(X + Y)。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09090"/>
                </a:solidFill>
                <a:latin typeface="Microsoft YaHei"/>
              </a:rPr>
              <a:t>18.600 Lecture 38（中文版） · 第 10 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  <a:latin typeface="Microsoft YaHei"/>
              </a:rPr>
              <a:t>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  <a:latin typeface="Microsoft YaHei"/>
              </a:rPr>
              <a:t>▶ 设 X、Y 为独立随机变量，各以概率 1/3 取值 1，以概率 2/3 取值 2。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  <a:latin typeface="Microsoft YaHei"/>
              </a:rPr>
              <a:t>▶ 计算熵 H(X)。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  <a:latin typeface="Microsoft YaHei"/>
              </a:rPr>
              <a:t>▶ 计算 H(X + Y)。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  <a:latin typeface="Microsoft YaHei"/>
              </a:rPr>
              <a:t>▶ H(X + Y) 与 H(X, Y) 哪个更大？对任意离散随机变量 X、Y，结论是否依然成立？请解释。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09090"/>
                </a:solidFill>
                <a:latin typeface="Microsoft YaHei"/>
              </a:rPr>
              <a:t>18.600 Lecture 38（中文版） · 第 11 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  <a:latin typeface="Microsoft YaHei"/>
              </a:rPr>
              <a:t>熵 —— 解答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  <a:latin typeface="Microsoft YaHei"/>
              </a:rPr>
              <a:t>▶ H(X) = ⅓(−log ⅓) + ⅔(−log ⅔)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09090"/>
                </a:solidFill>
                <a:latin typeface="Microsoft YaHei"/>
              </a:rPr>
              <a:t>18.600 Lecture 38（中文版） · 第 12 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  <a:latin typeface="Microsoft YaHei"/>
              </a:rPr>
              <a:t>熵 —— 解答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  <a:latin typeface="Microsoft YaHei"/>
              </a:rPr>
              <a:t>▶ H(X) = ⅓(−log ⅓) + ⅔(−log ⅔)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  <a:latin typeface="Microsoft YaHei"/>
              </a:rPr>
              <a:t>▶ H(X + Y) = 1/9(−log 1/9) + 4/9(−log 4/9) + 4/9(−log 4/9)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09090"/>
                </a:solidFill>
                <a:latin typeface="Microsoft YaHei"/>
              </a:rPr>
              <a:t>18.600 Lecture 38（中文版） · 第 13 页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  <a:latin typeface="Microsoft YaHei"/>
              </a:rPr>
              <a:t>熵 —— 解答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05840"/>
            <a:ext cx="11155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  <a:latin typeface="Microsoft YaHei"/>
              </a:rPr>
              <a:t>▶ H(X) = ⅓(−log ⅓) + ⅔(−log ⅔)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  <a:latin typeface="Microsoft YaHei"/>
              </a:rPr>
              <a:t>▶ H(X + Y) = 1/9(−log 1/9) + 4/9(−log 4/9) + 4/9(−log 4/9)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  <a:latin typeface="Microsoft YaHei"/>
              </a:rPr>
              <a:t>▶ H(X, Y) 更大；且对任意 X、Y 都有 H(X, Y) ≥ H(X + Y)。原因：记 a(x, y) = P{X = x, Y = y}，b(x, y) = P{X + Y = x + y}，则对任意 x、y 有 a(x, y) ≤ b(x, y)，故</a:t>
            </a:r>
          </a:p>
          <a:p>
            <a:pPr lvl="1">
              <a:spcAft>
                <a:spcPts val="1000"/>
              </a:spcAft>
            </a:pPr>
            <a:r>
              <a:rPr sz="1700">
                <a:solidFill>
                  <a:srgbClr val="404040"/>
                </a:solidFill>
                <a:latin typeface="Microsoft YaHei"/>
              </a:rPr>
              <a:t>H(X, Y) = E[−log a(x, y)] ≥ E[−log b(x, y)] = H(X + 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09090"/>
                </a:solidFill>
                <a:latin typeface="Microsoft YaHei"/>
              </a:rPr>
              <a:t>18.600 Lecture 38（中文版） · 第 14 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