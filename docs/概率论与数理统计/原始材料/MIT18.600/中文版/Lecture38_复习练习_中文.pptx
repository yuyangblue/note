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18.600 第 38 讲：复习 · 练习题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B5CAB"/>
                </a:solidFill>
                <a:latin typeface="Microsoft YaHei"/>
              </a:rPr>
              <a:t>Scott Sheffield · MIT · 中文翻译版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（Review: practice problems）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次序统计量（Order statistics）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设 X 为 [−1, 1] 上服从均匀分布的随机变量。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次序统计量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设 X 为 [−1, 1] 上服从均匀分布的随机变量。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7218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计算 X² 的方差。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次序统计量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设 X 为 [−1, 1] 上服从均匀分布的随机变量。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7218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计算 X² 的方差。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92807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若 X₁, …, Xₙ 是 X 的独立副本，求其中最小者 min{X₁, …, Xₙ} 的概率密度函数。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次序统计量 —— 解答</a:t>
            </a:r>
          </a:p>
        </p:txBody>
      </p:sp>
      <p:pic>
        <p:nvPicPr>
          <p:cNvPr id="3" name="Picture 2" descr="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3224784" cy="326136"/>
          </a:xfrm>
          <a:prstGeom prst="rect">
            <a:avLst/>
          </a:prstGeom>
        </p:spPr>
      </p:pic>
      <p:pic>
        <p:nvPicPr>
          <p:cNvPr id="4" name="Picture 3" descr="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42287"/>
            <a:ext cx="4709160" cy="7711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次序统计量 —— 解答</a:t>
            </a:r>
          </a:p>
        </p:txBody>
      </p:sp>
      <p:pic>
        <p:nvPicPr>
          <p:cNvPr id="3" name="Picture 2" descr="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3224784" cy="326136"/>
          </a:xfrm>
          <a:prstGeom prst="rect">
            <a:avLst/>
          </a:prstGeom>
        </p:spPr>
      </p:pic>
      <p:pic>
        <p:nvPicPr>
          <p:cNvPr id="4" name="Picture 3" descr="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42287"/>
            <a:ext cx="4709160" cy="7711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47802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注意：对 x ∈ [−1, 1]，有</a:t>
            </a:r>
          </a:p>
        </p:txBody>
      </p:sp>
      <p:pic>
        <p:nvPicPr>
          <p:cNvPr id="6" name="Picture 5" descr="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898648"/>
            <a:ext cx="3029712" cy="72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7886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若 x ∈ [−1, 1]，则</a:t>
            </a:r>
          </a:p>
        </p:txBody>
      </p:sp>
      <p:pic>
        <p:nvPicPr>
          <p:cNvPr id="8" name="Picture 7" descr="v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09288"/>
            <a:ext cx="2843784" cy="347472"/>
          </a:xfrm>
          <a:prstGeom prst="rect">
            <a:avLst/>
          </a:prstGeom>
        </p:spPr>
      </p:pic>
      <p:pic>
        <p:nvPicPr>
          <p:cNvPr id="9" name="Picture 8" descr="v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721352"/>
            <a:ext cx="47853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2517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因此密度函数为</a:t>
            </a:r>
          </a:p>
        </p:txBody>
      </p:sp>
      <p:pic>
        <p:nvPicPr>
          <p:cNvPr id="11" name="Picture 10" descr="v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672328"/>
            <a:ext cx="2749296" cy="3779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矩生成函数（Moment generating functions）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设 Xᵢ 为随机变量 X 的独立副本，Mₓ(t) 为 X 的矩生成函数。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7218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用 Mₓ(t) 与 n 表示下面这个量的矩生成函数：</a:t>
            </a:r>
          </a:p>
        </p:txBody>
      </p:sp>
      <p:pic>
        <p:nvPicPr>
          <p:cNvPr id="5" name="Picture 4" descr="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92807"/>
            <a:ext cx="1331976" cy="691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7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矩生成函数 —— 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记</a:t>
            </a:r>
          </a:p>
        </p:txBody>
      </p:sp>
      <p:pic>
        <p:nvPicPr>
          <p:cNvPr id="4" name="Picture 3" descr="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72184"/>
            <a:ext cx="1331976" cy="691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3286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则</a:t>
            </a:r>
          </a:p>
        </p:txBody>
      </p:sp>
      <p:pic>
        <p:nvPicPr>
          <p:cNvPr id="6" name="Picture 5" descr="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49296"/>
            <a:ext cx="3206496" cy="585216"/>
          </a:xfrm>
          <a:prstGeom prst="rect">
            <a:avLst/>
          </a:prstGeom>
        </p:spPr>
      </p:pic>
      <p:pic>
        <p:nvPicPr>
          <p:cNvPr id="7" name="Picture 6" descr="m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99104"/>
            <a:ext cx="1642872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8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熵（Entropy）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设 X、Y 为独立随机变量，各以概率 ⅓ 取值 1，以概率 ⅔ 取值 2。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7218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计算熵 H(X)。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9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设 X、Y 为独立随机变量，各以概率 ⅓ 取值 1，以概率 ⅔ 取值 2。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7218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计算熵 H(X)。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92807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计算 H(X + Y)。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10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设 X、Y 为独立随机变量，各以概率 ⅓ 取值 1，以概率 ⅔ 取值 2。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7218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计算熵 H(X)。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92807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计算 H(X + Y)。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134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H(X + Y) 与 H(X, Y) 哪个更大？对任意离散随机变量 X、Y，结论是否依然成立？请解释。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11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熵 —— 解答</a:t>
            </a:r>
          </a:p>
        </p:txBody>
      </p:sp>
      <p:pic>
        <p:nvPicPr>
          <p:cNvPr id="3" name="Picture 2" descr="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3304032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12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熵 —— 解答</a:t>
            </a:r>
          </a:p>
        </p:txBody>
      </p:sp>
      <p:pic>
        <p:nvPicPr>
          <p:cNvPr id="3" name="Picture 2" descr="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3304032" cy="329184"/>
          </a:xfrm>
          <a:prstGeom prst="rect">
            <a:avLst/>
          </a:prstGeom>
        </p:spPr>
      </p:pic>
      <p:pic>
        <p:nvPicPr>
          <p:cNvPr id="4" name="Picture 3" descr="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45336"/>
            <a:ext cx="5074920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13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熵 —— 解答</a:t>
            </a:r>
          </a:p>
        </p:txBody>
      </p:sp>
      <p:pic>
        <p:nvPicPr>
          <p:cNvPr id="3" name="Picture 2" descr="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3304032" cy="329184"/>
          </a:xfrm>
          <a:prstGeom prst="rect">
            <a:avLst/>
          </a:prstGeom>
        </p:spPr>
      </p:pic>
      <p:pic>
        <p:nvPicPr>
          <p:cNvPr id="4" name="Picture 3" descr="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45336"/>
            <a:ext cx="5074920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039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▶ H(X, Y) 更大；且对任意 X、Y 都有 H(X, Y) ≥ H(X + Y)。原因：记</a:t>
            </a:r>
          </a:p>
        </p:txBody>
      </p:sp>
      <p:pic>
        <p:nvPicPr>
          <p:cNvPr id="6" name="Picture 5" descr="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459736"/>
            <a:ext cx="6217920" cy="35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9748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02020"/>
                </a:solidFill>
                <a:latin typeface="Microsoft YaHei"/>
              </a:rPr>
              <a:t>则对任意 x、y 有 a(x, y) ≤ b(x, y)，故</a:t>
            </a:r>
          </a:p>
        </p:txBody>
      </p:sp>
      <p:pic>
        <p:nvPicPr>
          <p:cNvPr id="8" name="Picture 7" descr="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395472"/>
            <a:ext cx="6089904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  <a:latin typeface="Microsoft YaHei"/>
              </a:rPr>
              <a:t>18.600 Lecture 38（中文版） · 第 14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